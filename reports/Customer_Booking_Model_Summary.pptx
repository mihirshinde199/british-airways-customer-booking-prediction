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of Customer Booking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t>Objective:</a:t>
            </a:r>
          </a:p>
          <a:p>
            <a:r>
              <a:t>Develop a predictive model to forecast whether a customer will complete a booking, enabling British Airways to proactively target high-likelihood customers.</a:t>
            </a:r>
          </a:p>
          <a:p/>
          <a:p>
            <a:r>
              <a:t>Data Summary:</a:t>
            </a:r>
          </a:p>
          <a:p>
            <a:r>
              <a:t>- Dataset: ~50,000 rows of customer booking data</a:t>
            </a:r>
          </a:p>
          <a:p>
            <a:r>
              <a:t>- Target Variable: booking_complete (0 = Not Booked, 1 = Booked)</a:t>
            </a:r>
          </a:p>
          <a:p>
            <a:r>
              <a:t>- Feature Types:</a:t>
            </a:r>
          </a:p>
          <a:p>
            <a:r>
              <a:t>  - Numerical: purchase_lead, flight_hour, flight_duration, etc.</a:t>
            </a:r>
          </a:p>
          <a:p>
            <a:r>
              <a:t>  - Categorical: trip_type, sales_channel, route, booking_origin, etc.</a:t>
            </a:r>
          </a:p>
          <a:p/>
          <a:p>
            <a:r>
              <a:t>Feature Engineering &amp; Preprocessing:</a:t>
            </a:r>
          </a:p>
          <a:p>
            <a:r>
              <a:t>- Target encoding: route, booking_origin</a:t>
            </a:r>
          </a:p>
          <a:p>
            <a:r>
              <a:t>- One-Hot Encoding: sales_channel, trip_type</a:t>
            </a:r>
          </a:p>
          <a:p>
            <a:r>
              <a:t>- Mapped weekdays to numeric: flight_day</a:t>
            </a:r>
          </a:p>
          <a:p>
            <a:r>
              <a:t>- SMOTE applied to balance target classes</a:t>
            </a:r>
          </a:p>
          <a:p>
            <a:r>
              <a:t>- StandardScaler applied to numerical features</a:t>
            </a:r>
          </a:p>
          <a:p/>
          <a:p>
            <a:r>
              <a:t>Models Used:</a:t>
            </a:r>
          </a:p>
          <a:p>
            <a:r>
              <a:t>- Logistic Regression (with hyperparameter tuning)</a:t>
            </a:r>
          </a:p>
          <a:p>
            <a:r>
              <a:t>- Random Forest Classifier (with class imbalance handling)</a:t>
            </a:r>
          </a:p>
          <a:p/>
          <a:p>
            <a:r>
              <a:t>Model Evaluation (Best Performing: Logistic Regression):</a:t>
            </a:r>
          </a:p>
          <a:p>
            <a:r>
              <a:t>- Accuracy: ~83%</a:t>
            </a:r>
          </a:p>
          <a:p>
            <a:r>
              <a:t>- AUC Score: ~0.89</a:t>
            </a:r>
          </a:p>
          <a:p>
            <a:r>
              <a:t>- F1-Score: 0.81</a:t>
            </a:r>
          </a:p>
          <a:p/>
          <a:p>
            <a:r>
              <a:t>Top Predictive Features:</a:t>
            </a:r>
          </a:p>
          <a:p>
            <a:r>
              <a:t>- Booking origin, Extra baggage, Trip type, Seat selection, Sales channel</a:t>
            </a:r>
          </a:p>
          <a:p/>
          <a:p>
            <a:r>
              <a:t>Key Insights:</a:t>
            </a:r>
          </a:p>
          <a:p>
            <a:r>
              <a:t>- Extra services indicate higher booking likelihood</a:t>
            </a:r>
          </a:p>
          <a:p>
            <a:r>
              <a:t>- Country of origin and lead time matter</a:t>
            </a:r>
          </a:p>
          <a:p>
            <a:r>
              <a:t>- Strong time feature influence</a:t>
            </a:r>
          </a:p>
          <a:p/>
          <a:p>
            <a:r>
              <a:t>Next Steps:</a:t>
            </a:r>
          </a:p>
          <a:p>
            <a:r>
              <a:t>- Deploy model into pre-booking engine</a:t>
            </a:r>
          </a:p>
          <a:p>
            <a:r>
              <a:t>- Enable real-time monitoring and retraining</a:t>
            </a:r>
          </a:p>
          <a:p>
            <a:r>
              <a:t>- Add explainability (e.g., SHAP, LIME)</a:t>
            </a:r>
          </a:p>
          <a:p/>
          <a:p>
            <a:r>
              <a:t>Submitted By: [Your Name Here]</a:t>
            </a:r>
          </a:p>
          <a:p>
            <a:r>
              <a:t>Date: [Insert Date]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